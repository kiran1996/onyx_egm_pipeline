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170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EGM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3DCE1"/>
                </a:solidFill>
              </a:defRPr>
            </a:pPr>
            <a:r>
              <a:t>Technical Challenge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40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Approach • Architecture • Data Quality • Production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94960"/>
            <a:ext cx="20949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EC8"/>
                </a:solidFill>
              </a:defRPr>
            </a:pPr>
            <a:r>
              <a:rPr lang="en-AU" dirty="0"/>
              <a:t>P</a:t>
            </a:r>
            <a:r>
              <a:rPr dirty="0" err="1"/>
              <a:t>resentation</a:t>
            </a:r>
            <a:r>
              <a:rPr dirty="0"/>
              <a:t> | 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1. Objective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simple, reproducible pipeline with business logic kept visible and testable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9202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Turn raw EGM performance data into trusted, analysis-ready datasets.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Support metrics such as turnover, revenue and games played.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Core design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Use an EL-T pattern: ingest raw data first, transform and validate in dbt.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Keep business rules in version-controlled SQL rather than hidden in ingestion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9202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Reproducible from a clean clone.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lineage, documented assumptions and explicit data quality gates.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1919"/>
                </a:solidFill>
              </a:defRPr>
            </a:pPr>
            <a:r>
              <a:t>The main principle: make the pipeline easy to understand, test, replay and eventually operate in production.</a:t>
            </a:r>
          </a:p>
          <a:p>
            <a:pPr>
              <a:spcAft>
                <a:spcPts val="700"/>
              </a:spcAft>
              <a:defRPr sz="1600" b="0">
                <a:solidFill>
                  <a:srgbClr val="191919"/>
                </a:solidFill>
              </a:defRPr>
            </a:pPr>
            <a:r>
              <a:t>Python handles ingestion/orchestration; dbt handles transformation, testing and documentation; Postgres provides the warehouse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A6FA01-3C41-494C-A6E4-8FD32B7F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2. 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Explicit assumptions prevent ambiguity and make the solution easier to maintain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6916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Raw data is deliberately 'dumb'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Raw columns are stored as text; typing and business logic happen in dbt.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691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Natural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(bus_date, venue_code, egm_description, fp) identifies a performance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FP is an opaque identifier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It is treated as a machine identifier, not as a numeric measure.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383280"/>
            <a:ext cx="64008" cy="16916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Negative GMP is 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 negative value can represent a payout/excess return and is not automatically rejected.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383280"/>
            <a:ext cx="64008" cy="1691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Idempotent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Re-running the same source file should not create duplicates.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383280"/>
            <a:ext cx="64008" cy="16916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Documentation is part of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Assumptions and decisions belong in the repo README and dbt documentation.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835FD4-3BEC-4E37-BA8D-2260E786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3.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Separation of ingestion, transformation and consumption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08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20240"/>
            <a:ext cx="136245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Source CSV</a:t>
            </a:r>
          </a:p>
        </p:txBody>
      </p:sp>
      <p:sp>
        <p:nvSpPr>
          <p:cNvPr id="7" name="Chevron 6"/>
          <p:cNvSpPr/>
          <p:nvPr/>
        </p:nvSpPr>
        <p:spPr>
          <a:xfrm>
            <a:off x="2267712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1920240"/>
            <a:ext cx="17282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Python</a:t>
            </a:r>
            <a:br/>
            <a:r>
              <a:t>Ingestion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800600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49240" y="182880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920240"/>
            <a:ext cx="186537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raw.egm_performance</a:t>
            </a:r>
            <a:br/>
            <a:r>
              <a:t>(Postgres)</a:t>
            </a:r>
          </a:p>
        </p:txBody>
      </p:sp>
      <p:sp>
        <p:nvSpPr>
          <p:cNvPr id="13" name="Chevron 12"/>
          <p:cNvSpPr/>
          <p:nvPr/>
        </p:nvSpPr>
        <p:spPr>
          <a:xfrm>
            <a:off x="7498079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2057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2" y="1920240"/>
            <a:ext cx="19110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dbt Staging</a:t>
            </a:r>
            <a:br/>
            <a:r>
              <a:t>Typed + validated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10241280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89920" y="1828800"/>
            <a:ext cx="777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63072" y="1920240"/>
            <a:ext cx="63093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Marts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3703320"/>
            <a:ext cx="64008" cy="13258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299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Venue Turnover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Venue-level turnover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0600" y="3703320"/>
            <a:ext cx="64008" cy="1325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EGM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Revenue by venue / machine.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0" y="3703320"/>
            <a:ext cx="64008" cy="13258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Daily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operational overview.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1919"/>
                </a:solidFill>
              </a:defRPr>
            </a:pPr>
            <a:r>
              <a:t>Docker Compose provides a reproducible local environment.</a:t>
            </a:r>
          </a:p>
          <a:p>
            <a:pPr>
              <a:spcAft>
                <a:spcPts val="700"/>
              </a:spcAft>
              <a:defRPr sz="1300" b="0">
                <a:solidFill>
                  <a:srgbClr val="191919"/>
                </a:solidFill>
              </a:defRPr>
            </a:pPr>
            <a:r>
              <a:t>dbt provides lineage, documentation, testing and version-controlled transformations.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4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E876332-1204-4F39-9578-97548F09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4.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thin staging layer followed by purpose-built analytical marts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Staging: stg_egm_performance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99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Casts raw text into appropriate data types.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Standardises dates and numeric fields.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Provides the trusted foundation for downstream models.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Uses the natural key to maintain record identity.</a:t>
            </a:r>
          </a:p>
        </p:txBody>
      </p:sp>
      <p:sp>
        <p:nvSpPr>
          <p:cNvPr id="9" name="Chevron 8"/>
          <p:cNvSpPr/>
          <p:nvPr/>
        </p:nvSpPr>
        <p:spPr>
          <a:xfrm>
            <a:off x="4343400" y="2834640"/>
            <a:ext cx="594360" cy="45720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12801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1280160"/>
            <a:ext cx="64008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1444751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venue_turnover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184708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Venue-level turnover metrics and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9260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57800" y="2926080"/>
            <a:ext cx="64008" cy="14173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309067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egm_revenue_by_venue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349300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Revenue aggregated by venue / EGM.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5720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57800" y="4572000"/>
            <a:ext cx="64008" cy="141732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8968" y="47365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daily_summary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13892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summary for operational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417320"/>
            <a:ext cx="2971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417320"/>
            <a:ext cx="64008" cy="4572000"/>
          </a:xfrm>
          <a:prstGeom prst="rect">
            <a:avLst/>
          </a:prstGeom>
          <a:solidFill>
            <a:srgbClr val="19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8" y="158191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 this model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1984248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Each mart answers a clear business question.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Business logic is visible in SQL.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Downstream users do not need to understand raw source quirks.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model can evolve without changing ingestion.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5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092D594-BCBD-4ED2-BEEF-BD331D93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5. Data Quality &amp; Incremental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Quality is treated as a gate, not as a clean-up exercise after the 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Quality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Not-null checks on key fields.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Uniqueness checks at mart grain.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Range checks for turnover and games played.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Custom valid-date validation.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Tests run as part of dbt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4480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Incremental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Ingestion is safe to replay through upserts.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Staging reprocesses only new / changed data.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deltas reduce unnecessary processing.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Natural key protects against duplicate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448056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Interesting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 games_played_sum value of ~4.29 billion appeared in the sample.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This is consistent with a 32-bit integer overflow in the source.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pipeline surfaces it explicitly rather than silently coercing or dropping the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6D4A99E-3CFA-48A5-832F-35668BB4D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6. Documentation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reviewer should be able to understand and run the solution without tribal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42062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Run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Clone repository.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docker compose up --build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Run the ingestion flow.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Run dbt build.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Generate / view dbt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4206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What is documented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Architecture and data flow.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Assumptions and business decisions.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Model purpose and grain.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Data quality expectations.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Known limitations and production considerations.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42062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Reproducibility reduces handover risk.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dbt lineage makes impact analysis easier.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Named tests make failures actionable.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documentation supports both technical and non-technical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7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6D5DB0-FB2B-40F0-A2BA-C8AB38D2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7. Demo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Keep the live walkthrough short; use screenshots as a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94960" cy="4343400"/>
          </a:xfrm>
          <a:prstGeom prst="roundRect">
            <a:avLst/>
          </a:prstGeom>
          <a:solidFill>
            <a:srgbClr val="23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$ docker compose up --build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$ dbt build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Running models...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✓ staging model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✓ venue_turnover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✓ egm_revenue_by_venue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✓ daily_summary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✓ tests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WARNING: expected overflow value surfaced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$ dbt docs 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64008" cy="19659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5361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Evidence to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938528"/>
            <a:ext cx="4690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dbt build result and test output.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Lineage graph / documentation.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One sample row from each mart.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64008" cy="1965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382219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Presenter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224528"/>
            <a:ext cx="4690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goal is not to show every file.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Show that the design works end-to-end and that the outputs are traceable back to the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rPr dirty="0"/>
              <a:t>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7128193-F8EE-4147-8ACD-836D433F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8. Trade-offs &amp;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solution prioritises clarity and correctness within the challenge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5262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What I intentionally kept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9194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Manual pipeline trigger.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Local file ingestion.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development dbt profile.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Print-based runtime messages.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Docker/Postgres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45262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90472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92807"/>
            <a:ext cx="49194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Keeps the challenge focused on data engineering fundamentals.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Avoids introducing infrastructure that does not materially improve the transformation design.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Creates a clear baseline from which production capabilities can be added.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02C"/>
                </a:solidFill>
              </a:defRPr>
            </a:pPr>
            <a:r>
              <a:t>The important distinction: these are known constraints, not hidden technical debt.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80690F-0435-4AE1-821C-4F105263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9. Path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Move from a working local pipeline to a resilient, observable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Manual run → Dagster / dbt Cloud / enterprise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64008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Local CSV → object storage such as S3 with event or scheduled ingestion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64008" cy="12344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Prints → structured logs; add retry + exponential backoff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64008" cy="1234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0449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4728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Hardcoded credentials → secrets manager / environment-based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64008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0176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local Postgres → managed database, backups and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3484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434840"/>
            <a:ext cx="64008" cy="12344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00176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No merge gate → automated dbt build/tests on pull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10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1C8C5C8-8813-4C9C-98CA-E8CF2A1F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10.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What I would want the team to take away from the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36118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Trusted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Raw data is preserved.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Transformations are explicit.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Quality checks are automated.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3611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Maintainable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model boundaries.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Reproducible environment.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Documented assumptions and lineage.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36118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Ready to 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Incremental processing.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Known production gaps.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roadmap for orchestration, security and CI/CD.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02C"/>
                </a:solidFill>
              </a:defRPr>
            </a:pPr>
            <a:r>
              <a:t>Overall approach: build something simple enough to explain, strong enough to trust, and structured enough to productionize.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11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C98F0F-086B-4AB9-90D2-B1BA783A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46120"/>
            <a:ext cx="8869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DD7DC"/>
                </a:solidFill>
              </a:defRPr>
            </a:pPr>
            <a:r>
              <a:t>Happy to walk through any design decision, trade-off or production consideration.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4251960"/>
            <a:ext cx="182880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1168</Words>
  <Application>Microsoft Office PowerPoint</Application>
  <PresentationFormat>Widescreen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Kiran Nai</cp:lastModifiedBy>
  <cp:revision>4</cp:revision>
  <dcterms:created xsi:type="dcterms:W3CDTF">2013-01-27T09:14:16Z</dcterms:created>
  <dcterms:modified xsi:type="dcterms:W3CDTF">2026-08-16T05:03:35Z</dcterms:modified>
  <cp:category/>
</cp:coreProperties>
</file>